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06E43-68BD-6B7D-0CBE-7406EC13C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75D86-14F7-3BB3-329E-736A9E383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B25FD-7EDF-9E5D-7DA0-003E6F9C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1DD4-838F-4E58-8ABD-8BA6760069D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621E5-894D-5BE3-998D-9F33845C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A5C86-2908-2F3F-A5A0-2499598E1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DFFD-2B38-4C26-B287-4EFDADA2C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1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7735-85E6-424A-4A89-22D8E9837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52C8D-5F7E-E673-E03B-0033A994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83CA8-9789-E246-0327-3846E60A1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1DD4-838F-4E58-8ABD-8BA6760069D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26D68-69E5-C0F8-031B-918DA96CA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7E436-1927-ECD5-F95C-BC731B07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DFFD-2B38-4C26-B287-4EFDADA2C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84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2FD13-407E-B9EA-B5E5-6D65305E5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12B6E-E994-D976-E5BF-10C7C7B3E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0E675-FCC2-C9B0-F660-7DECF87D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1DD4-838F-4E58-8ABD-8BA6760069D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E881F-34AB-DDAE-436E-B1CED363A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A2CBF-88BC-6541-E6D5-FEF8AC71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DFFD-2B38-4C26-B287-4EFDADA2C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0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FD58-B935-0286-B945-7618B865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8B33D-5A02-BE43-B0D7-BF859E9E7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0A643-A200-440A-F5AE-B56D0089D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CC6A0-4255-5624-F300-CD10A450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1DD4-838F-4E58-8ABD-8BA6760069D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347BC-98AD-3472-BA4C-9FE926F23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FCAC0-8B46-2E63-E911-58A3628B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DFFD-2B38-4C26-B287-4EFDADA2C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5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5505-3EDE-5A73-603B-D20D7D75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1D3E5-D2DC-E300-F0C7-2303651B2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A4804-5120-C530-AF9C-438161281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11A559-AF9A-D7A6-D339-9608097CA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646C7-9622-0C32-F626-634AFDED7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FD31BE-C7D4-9897-F08B-C6D64F13E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1DD4-838F-4E58-8ABD-8BA6760069D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8591D3-0ACB-B132-88C9-7486982D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A69F3-42CC-8DE5-2CF0-BB2BAAAB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DFFD-2B38-4C26-B287-4EFDADA2C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36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8048A-AE53-56DC-061C-8A8B6686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B852D2-97D4-2E0A-C8BA-28866105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1DD4-838F-4E58-8ABD-8BA6760069D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46D20-ADA1-D007-4336-59774467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CE6710-5324-F53A-C036-9D205651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DFFD-2B38-4C26-B287-4EFDADA2C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66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CB8D0-728A-147C-F31A-BBA1F9C8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1DD4-838F-4E58-8ABD-8BA6760069D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16757B-9E5E-70BF-D53E-EFB8E3377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071B9-A0F6-1304-6286-B5742CA1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DFFD-2B38-4C26-B287-4EFDADA2C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19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6C786-DA3D-3072-39CB-6D067055A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6F89A-D8D0-6C7C-B607-89616E0CF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92559-F443-AA1C-7597-7DA8630B1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7B495-8334-7088-50EC-F3102CC1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1DD4-838F-4E58-8ABD-8BA6760069D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6F6D4-FCC7-FDE4-E0A8-82D83BCF7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BA163-02CE-B9B1-62AA-12851154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DFFD-2B38-4C26-B287-4EFDADA2C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7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17EF-6730-D178-FE4E-32A9C6F9E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6E49F3-BC2C-3810-3EBF-7E03654F4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DDE90-781A-72D8-68FD-FC568E6D1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DBF16-AA5B-F91D-06A4-AAD469920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1DD4-838F-4E58-8ABD-8BA6760069D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33181-A7AC-7F94-EB9C-B8E1F019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B0F57-D783-B485-6A99-360C7C91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DFFD-2B38-4C26-B287-4EFDADA2C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60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03A00-2360-26F2-6051-63AFF8F55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2ED7F8-B63C-70B3-A48B-AD43B6016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B0BA1-3158-F2E6-1D4A-4C2CAF24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1DD4-838F-4E58-8ABD-8BA6760069D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B4ACB-B2D0-B8A7-A513-5C426741A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BD22A-2D97-517C-08A3-C727FE88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DFFD-2B38-4C26-B287-4EFDADA2C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45B29-4126-C9B3-0462-60FF6692F3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C2583-64BC-DE27-A056-9E35738B7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87A4C-C3A9-AD6E-B06A-491824A92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1DD4-838F-4E58-8ABD-8BA6760069D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E7ED3-CF78-2AC7-F8AE-229E30B9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7B453-0491-FA8F-EE5C-8A5AA7D3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CDFFD-2B38-4C26-B287-4EFDADA2C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69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1F8CB-BD0C-AF06-769A-CAB2B5C0E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D93CA-0E02-1181-9311-74D5F262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B856E-07E8-1E66-168E-D70B6DE21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0B1DD4-838F-4E58-8ABD-8BA6760069D8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35F91-C696-50DF-3CFA-3DDE164EF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803A5-AA68-75D7-0F20-C4F83902E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CDFFD-2B38-4C26-B287-4EFDADA2C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FF3286B-1545-AE27-3FC1-1F4C503650DE}"/>
              </a:ext>
            </a:extLst>
          </p:cNvPr>
          <p:cNvGrpSpPr/>
          <p:nvPr/>
        </p:nvGrpSpPr>
        <p:grpSpPr>
          <a:xfrm>
            <a:off x="1024219" y="643467"/>
            <a:ext cx="4701976" cy="5571066"/>
            <a:chOff x="1024219" y="643467"/>
            <a:chExt cx="4701976" cy="5571066"/>
          </a:xfrm>
          <a:solidFill>
            <a:schemeClr val="bg1"/>
          </a:solidFill>
        </p:grpSpPr>
        <p:pic>
          <p:nvPicPr>
            <p:cNvPr id="10" name="Picture 9" descr="A black and white drawing of a test tube and a beaker&#10;&#10;AI-generated content may be incorrect.">
              <a:extLst>
                <a:ext uri="{FF2B5EF4-FFF2-40B4-BE49-F238E27FC236}">
                  <a16:creationId xmlns:a16="http://schemas.microsoft.com/office/drawing/2014/main" id="{18213D90-A9B7-0D64-09CA-2B165C73E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91854" y="643467"/>
              <a:ext cx="3607268" cy="5571066"/>
            </a:xfrm>
            <a:prstGeom prst="rect">
              <a:avLst/>
            </a:prstGeom>
            <a:grpFill/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F04014-FA83-82E5-35DE-119BFE26EE91}"/>
                </a:ext>
              </a:extLst>
            </p:cNvPr>
            <p:cNvSpPr txBox="1"/>
            <p:nvPr/>
          </p:nvSpPr>
          <p:spPr>
            <a:xfrm>
              <a:off x="5028568" y="3846785"/>
              <a:ext cx="697627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Sand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D4F6DAE-344D-6B1B-96E9-8AAF4D22D7AF}"/>
                </a:ext>
              </a:extLst>
            </p:cNvPr>
            <p:cNvCxnSpPr>
              <a:endCxn id="11" idx="1"/>
            </p:cNvCxnSpPr>
            <p:nvPr/>
          </p:nvCxnSpPr>
          <p:spPr>
            <a:xfrm flipV="1">
              <a:off x="4359166" y="4046840"/>
              <a:ext cx="669402" cy="359622"/>
            </a:xfrm>
            <a:prstGeom prst="line">
              <a:avLst/>
            </a:prstGeom>
            <a:grp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9A8D4C6-CE6B-2E7D-EB29-0300EF2481B7}"/>
                </a:ext>
              </a:extLst>
            </p:cNvPr>
            <p:cNvSpPr txBox="1"/>
            <p:nvPr/>
          </p:nvSpPr>
          <p:spPr>
            <a:xfrm>
              <a:off x="2430373" y="1731219"/>
              <a:ext cx="1511006" cy="70788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Temperature sensor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CBABD95-EB62-F20E-972C-2D82477E0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9020" y="2439105"/>
              <a:ext cx="486856" cy="1813469"/>
            </a:xfrm>
            <a:prstGeom prst="line">
              <a:avLst/>
            </a:prstGeom>
            <a:grp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259EB22-EC3B-EEE1-5FB1-E44F196FD1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85876" y="2439105"/>
              <a:ext cx="1108924" cy="707886"/>
            </a:xfrm>
            <a:prstGeom prst="line">
              <a:avLst/>
            </a:prstGeom>
            <a:grp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7FBAE72-A153-2461-1798-69AAAF6C9695}"/>
                </a:ext>
              </a:extLst>
            </p:cNvPr>
            <p:cNvSpPr txBox="1"/>
            <p:nvPr/>
          </p:nvSpPr>
          <p:spPr>
            <a:xfrm>
              <a:off x="1024219" y="4335517"/>
              <a:ext cx="1406154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Calorimeter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39A170-6E30-09DB-35C8-9A90F28CACA7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 flipH="1" flipV="1">
              <a:off x="1727296" y="4735627"/>
              <a:ext cx="535056" cy="703476"/>
            </a:xfrm>
            <a:prstGeom prst="line">
              <a:avLst/>
            </a:prstGeom>
            <a:grp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F2EC75-7A7B-BDFA-3456-E7465900D391}"/>
              </a:ext>
            </a:extLst>
          </p:cNvPr>
          <p:cNvGrpSpPr/>
          <p:nvPr/>
        </p:nvGrpSpPr>
        <p:grpSpPr>
          <a:xfrm>
            <a:off x="6256865" y="771407"/>
            <a:ext cx="5291667" cy="5315185"/>
            <a:chOff x="6256865" y="771407"/>
            <a:chExt cx="5291667" cy="5315185"/>
          </a:xfrm>
        </p:grpSpPr>
        <p:pic>
          <p:nvPicPr>
            <p:cNvPr id="1026" name="Picture 2" descr="A black and white drawing of a lamp and a glass of water&#10;&#10;AI-generated content may be incorrect.">
              <a:extLst>
                <a:ext uri="{FF2B5EF4-FFF2-40B4-BE49-F238E27FC236}">
                  <a16:creationId xmlns:a16="http://schemas.microsoft.com/office/drawing/2014/main" id="{7D7604CA-682E-FD07-CA14-ED3EBB58B9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256865" y="771407"/>
              <a:ext cx="5291667" cy="53151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137A406-B87F-D530-5587-A1D04DEFDCFA}"/>
                </a:ext>
              </a:extLst>
            </p:cNvPr>
            <p:cNvSpPr txBox="1"/>
            <p:nvPr/>
          </p:nvSpPr>
          <p:spPr>
            <a:xfrm>
              <a:off x="6525634" y="2837188"/>
              <a:ext cx="215315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Fast-response 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temperature probes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189E8EC-5F23-87F2-F65D-945AAEBE93B4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7602211" y="3545074"/>
              <a:ext cx="0" cy="190353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DF6D0F7-02EF-20DD-AD0E-DDA8C1B21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5296" y="3545074"/>
              <a:ext cx="396915" cy="100054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0645938-163E-215E-0F83-B1F08F7D4F76}"/>
                </a:ext>
              </a:extLst>
            </p:cNvPr>
            <p:cNvSpPr txBox="1"/>
            <p:nvPr/>
          </p:nvSpPr>
          <p:spPr>
            <a:xfrm>
              <a:off x="9908888" y="5565228"/>
              <a:ext cx="7893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Water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CC0CA68-1112-F7DC-2421-95CCE65B1117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>
              <a:off x="9088821" y="5439103"/>
              <a:ext cx="820067" cy="3261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63DF8F5-9BF6-BB2F-73C1-B3F82236F025}"/>
                </a:ext>
              </a:extLst>
            </p:cNvPr>
            <p:cNvSpPr txBox="1"/>
            <p:nvPr/>
          </p:nvSpPr>
          <p:spPr>
            <a:xfrm>
              <a:off x="7775250" y="5648661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Sand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BB5E9D-2B91-D763-FC0F-21DD3201D67A}"/>
                </a:ext>
              </a:extLst>
            </p:cNvPr>
            <p:cNvCxnSpPr>
              <a:cxnSpLocks/>
              <a:endCxn id="42" idx="1"/>
            </p:cNvCxnSpPr>
            <p:nvPr/>
          </p:nvCxnSpPr>
          <p:spPr>
            <a:xfrm flipH="1">
              <a:off x="7775250" y="5176317"/>
              <a:ext cx="435394" cy="67239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3365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>University of Richmond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Rebello de Sousa Dias, Mariama</dc:creator>
  <cp:lastModifiedBy>Rebello de Sousa Dias, Mariama</cp:lastModifiedBy>
  <cp:revision>2</cp:revision>
  <dcterms:created xsi:type="dcterms:W3CDTF">2026-01-08T16:07:35Z</dcterms:created>
  <dcterms:modified xsi:type="dcterms:W3CDTF">2026-01-08T17:07:38Z</dcterms:modified>
</cp:coreProperties>
</file>